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5F7FA"/>
                </a:solidFill>
                <a:latin typeface="Arial"/>
              </a:rPr>
              <a:t>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97A0B4"/>
                </a:solidFill>
                <a:latin typeface="Arial"/>
              </a:rPr>
              <a:t>Twelve AI jurors deliberate any contested claim into a fact-grounded verdict — calibrated, cited, and unbiased by construction.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5029200"/>
            <a:ext cx="3840480" cy="45720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Deliberative AI for truth   ·   Pitch deck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5F7FA"/>
                </a:solidFill>
                <a:latin typeface="Arial"/>
              </a:rPr>
              <a:t>Truth is breaking — and it's the world's #1 near-term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43200"/>
            <a:ext cx="3383280" cy="2286000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E8B04B"/>
                </a:solidFill>
                <a:latin typeface="Arial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5F7FA"/>
                </a:solidFill>
                <a:latin typeface="Arial"/>
              </a:rPr>
              <a:t>Mis/disinformation: the most severe global risk over the next two years
(WEF Global Risks Report 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743200"/>
            <a:ext cx="3383280" cy="2286000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9260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F06B6B"/>
                </a:solidFill>
                <a:latin typeface="Arial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0690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5F7FA"/>
                </a:solidFill>
                <a:latin typeface="Arial"/>
              </a:rPr>
              <a:t>Global trust in the news — and falling
(Reuters Institute Digital News Report 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743200"/>
            <a:ext cx="3383280" cy="2286000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9260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F06B6B"/>
                </a:solidFill>
                <a:latin typeface="Arial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0690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5F7FA"/>
                </a:solidFill>
                <a:latin typeface="Arial"/>
              </a:rPr>
              <a:t>Falsehoods are ~70% more likely to be reshared than the truth
(Vosoughi et al., Science 2018)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7FA"/>
                </a:solidFill>
                <a:latin typeface="Arial"/>
              </a:rPr>
              <a:t>Claims now spread faster than any newsroom — or human fact-checker — can verify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VERDICT  ·  12 Angry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THE PROBLEM · 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5F7FA"/>
                </a:solidFill>
                <a:latin typeface="Arial"/>
              </a:rPr>
              <a:t>AI was supposed to help. Today it makes truth harder.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8B04B"/>
                </a:solidFill>
                <a:latin typeface="Arial"/>
              </a:rPr>
              <a:t>—  </a:t>
            </a:r>
            <a:r>
              <a:rPr sz="1900">
                <a:solidFill>
                  <a:srgbClr val="F5F7FA"/>
                </a:solidFill>
                <a:latin typeface="Arial"/>
              </a:rPr>
              <a:t>Single-model answers are confident, ungrounded, and hide the disagreement that matters.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8B04B"/>
                </a:solidFill>
                <a:latin typeface="Arial"/>
              </a:rPr>
              <a:t>—  </a:t>
            </a:r>
            <a:r>
              <a:rPr sz="1900">
                <a:solidFill>
                  <a:srgbClr val="F5F7FA"/>
                </a:solidFill>
                <a:latin typeface="Arial"/>
              </a:rPr>
              <a:t>LLMs are systematically over-confident and sycophantic — they agree with the user, not the evidence (Anthropic, 2023).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8B04B"/>
                </a:solidFill>
                <a:latin typeface="Arial"/>
              </a:rPr>
              <a:t>—  </a:t>
            </a:r>
            <a:r>
              <a:rPr sz="1900">
                <a:solidFill>
                  <a:srgbClr val="F5F7FA"/>
                </a:solidFill>
                <a:latin typeface="Arial"/>
              </a:rPr>
              <a:t>Naive “multi-agent debate” collapses into groupthink: identical models share identical priors and anchor on the first, loudest view.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8B04B"/>
                </a:solidFill>
                <a:latin typeface="Arial"/>
              </a:rPr>
              <a:t>—  </a:t>
            </a:r>
            <a:r>
              <a:rPr sz="1900">
                <a:solidFill>
                  <a:srgbClr val="F5F7FA"/>
                </a:solidFill>
                <a:latin typeface="Arial"/>
              </a:rPr>
              <a:t>The lone-dissenter reversal — the heart of 12 Angry Men — almost never survives in LLM juries.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8B04B"/>
                </a:solidFill>
                <a:latin typeface="Arial"/>
              </a:rPr>
              <a:t>—  </a:t>
            </a:r>
            <a:r>
              <a:rPr sz="1900">
                <a:solidFill>
                  <a:srgbClr val="F5F7FA"/>
                </a:solidFill>
                <a:latin typeface="Arial"/>
              </a:rPr>
              <a:t>Result: an answer you can’t audit, can’t calibrate, and can’t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VERDICT  ·  12 Angry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Truth isn't one confident voice.
It's structured, adversarial, diverse deliberation.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The research is consistent: a panel of genuinely different models, forced to debate and ground every claim in evidence, beats any single model on accuracy and calibration.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Multi-Agent Debate (Du et al., 2023)  ·  Mixture-of-Agents (Wang et al., 2024)  ·  ReConcile (Chen et al., 2023)  ·  Asch conformity (1951)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VERDICT  ·  12 Angry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5F7FA"/>
                </a:solidFill>
                <a:latin typeface="Arial"/>
              </a:rPr>
              <a:t>Verdict: a heterogeneous swarm of 12 AI jurors.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8B04B"/>
                </a:solidFill>
                <a:latin typeface="Arial"/>
              </a:rPr>
              <a:t>—  </a:t>
            </a:r>
            <a:r>
              <a:rPr sz="1900">
                <a:solidFill>
                  <a:srgbClr val="F5F7FA"/>
                </a:solidFill>
                <a:latin typeface="Arial"/>
              </a:rPr>
              <a:t>Twelve jurors, each on a different model — uncorrelated priors by design.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8B04B"/>
                </a:solidFill>
                <a:latin typeface="Arial"/>
              </a:rPr>
              <a:t>—  </a:t>
            </a:r>
            <a:r>
              <a:rPr sz="1900">
                <a:solidFill>
                  <a:srgbClr val="F5F7FA"/>
                </a:solidFill>
                <a:latin typeface="Arial"/>
              </a:rPr>
              <a:t>They vote blind, cross-examine with cited evidence, and a mandated devil’s advocate attacks the consensus.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>
                <a:solidFill>
                  <a:srgbClr val="E8B04B"/>
                </a:solidFill>
                <a:latin typeface="Arial"/>
              </a:rPr>
              <a:t>—  </a:t>
            </a:r>
            <a:r>
              <a:rPr sz="1900">
                <a:solidFill>
                  <a:srgbClr val="F5F7FA"/>
                </a:solidFill>
                <a:latin typeface="Arial"/>
              </a:rPr>
              <a:t>Every score is computed in code, not asserted by a prompt.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54880"/>
            <a:ext cx="10881360" cy="1371600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5F7FA"/>
                </a:solidFill>
                <a:latin typeface="Arial"/>
              </a:rPr>
              <a:t>Output: a calibrated confidence, a per-claim verdict with citations, a preserved Minority Report, live bias flags — and a replayable tape of exactly how the room decided.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B04B"/>
                </a:solidFill>
                <a:latin typeface="Arial"/>
              </a:rPr>
              <a:t>“Unbiased by construction.”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VERDICT  ·  12 Angry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5F7FA"/>
                </a:solidFill>
                <a:latin typeface="Arial"/>
              </a:rPr>
              <a:t>Five acts — a serious protocol that watches like a panel show.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91440" cy="713232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B04B"/>
                </a:solidFill>
                <a:latin typeface="Arial"/>
              </a:rPr>
              <a:t>1 · Cold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011680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5F7FA"/>
                </a:solidFill>
                <a:latin typeface="Arial"/>
              </a:rPr>
              <a:t>Claim → atomic sub-claims; 12 topic-relevant, provably balanced jurors seated.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91440" cy="713232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B04B"/>
                </a:solidFill>
                <a:latin typeface="Arial"/>
              </a:rPr>
              <a:t>2 · Sealed Ballot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852928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5F7FA"/>
                </a:solidFill>
                <a:latin typeface="Arial"/>
              </a:rPr>
              <a:t>Jurors vote BLIND, then reveal — independent priors before any influence.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39896"/>
            <a:ext cx="91440" cy="713232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94176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B04B"/>
                </a:solidFill>
                <a:latin typeface="Arial"/>
              </a:rPr>
              <a:t>3 · The 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694176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5F7FA"/>
                </a:solidFill>
                <a:latin typeface="Arial"/>
              </a:rPr>
              <a:t>Cross-examination: checkable claims → live fact-check → bias flags → devil’s advocate.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81144"/>
            <a:ext cx="91440" cy="713232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35424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B04B"/>
                </a:solidFill>
                <a:latin typeface="Arial"/>
              </a:rPr>
              <a:t>4 · The 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535424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5F7FA"/>
                </a:solidFill>
                <a:latin typeface="Arial"/>
              </a:rPr>
              <a:t>Animated vote shifts, the turning point, the swinging consensus meter.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22392"/>
            <a:ext cx="91440" cy="713232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376672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8B04B"/>
                </a:solidFill>
                <a:latin typeface="Arial"/>
              </a:rPr>
              <a:t>5 · The Verdict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376672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5F7FA"/>
                </a:solidFill>
                <a:latin typeface="Arial"/>
              </a:rPr>
              <a:t>Calibrated confidence, per-claim verdict, preserved Minority Report, you-vs-the-room.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VERDICT  ·  12 Angry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WHY IT'S DIFFERENT · 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5F7FA"/>
                </a:solidFill>
                <a:latin typeface="Arial"/>
              </a:rPr>
              <a:t>Anti-anchoring, engineered in — not prompted.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7A0B4"/>
                </a:solidFill>
                <a:latin typeface="Arial"/>
              </a:rPr>
              <a:t>FAILURE MODE OF NAIVE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0116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B04B"/>
                </a:solidFill>
                <a:latin typeface="Arial"/>
              </a:rPr>
              <a:t>VERDICT’S COUNTERMEASURE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06B6B"/>
                </a:solidFill>
                <a:latin typeface="Arial"/>
              </a:rPr>
              <a:t>Shared priors → groupthink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441448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5F7FA"/>
                </a:solidFill>
                <a:latin typeface="Arial"/>
              </a:rPr>
              <a:t>A different model per juror (GPT-4o, o4-mini, Phi-4, Mistral, …)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08376"/>
            <a:ext cx="10972800" cy="10972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99815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06B6B"/>
                </a:solidFill>
                <a:latin typeface="Arial"/>
              </a:rPr>
              <a:t>Early conformity / anchoring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099815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5F7FA"/>
                </a:solidFill>
                <a:latin typeface="Arial"/>
              </a:rPr>
              <a:t>A blind, independent first 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66744"/>
            <a:ext cx="10972800" cy="10972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58183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06B6B"/>
                </a:solidFill>
                <a:latin typeface="Arial"/>
              </a:rPr>
              <a:t>Premature consensus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758183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5F7FA"/>
                </a:solidFill>
                <a:latin typeface="Arial"/>
              </a:rPr>
              <a:t>A mandated Devil’s Advocate every round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25112"/>
            <a:ext cx="10972800" cy="10972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16551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06B6B"/>
                </a:solidFill>
                <a:latin typeface="Arial"/>
              </a:rPr>
              <a:t>“Confidence” as a vibe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416551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5F7FA"/>
                </a:solidFill>
                <a:latin typeface="Arial"/>
              </a:rPr>
              <a:t>A deterministic consensus engine — score, calibration (ECE), convergence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83479"/>
            <a:ext cx="10972800" cy="10972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74919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06B6B"/>
                </a:solidFill>
                <a:latin typeface="Arial"/>
              </a:rPr>
              <a:t>Dissent averaged 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074919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5F7FA"/>
                </a:solidFill>
                <a:latin typeface="Arial"/>
              </a:rPr>
              <a:t>A first-class, preserved Minority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41847"/>
            <a:ext cx="10972800" cy="10972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33287"/>
            <a:ext cx="5303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06B6B"/>
                </a:solidFill>
                <a:latin typeface="Arial"/>
              </a:rPr>
              <a:t>Ungrounded assertions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733287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5F7FA"/>
                </a:solidFill>
                <a:latin typeface="Arial"/>
              </a:rPr>
              <a:t>Cited evidence + an LLM-as-judge Verifier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00215"/>
            <a:ext cx="10972800" cy="10972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VERDICT  ·  12 Angry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BUILT &amp;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5F7FA"/>
                </a:solidFill>
                <a:latin typeface="Arial"/>
              </a:rPr>
              <a:t>Not a slideware concept — a deployed, evaluated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E8B04B"/>
                </a:solidFill>
                <a:latin typeface="Arial"/>
              </a:rPr>
              <a:t>—  </a:t>
            </a:r>
            <a:r>
              <a:rPr sz="1800">
                <a:solidFill>
                  <a:srgbClr val="F5F7FA"/>
                </a:solidFill>
                <a:latin typeface="Arial"/>
              </a:rPr>
              <a:t>Live on Azure Container Apps — keyless, auto-scaling, CI/CD on every push.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E8B04B"/>
                </a:solidFill>
                <a:latin typeface="Arial"/>
              </a:rPr>
              <a:t>—  </a:t>
            </a:r>
            <a:r>
              <a:rPr sz="1800">
                <a:solidFill>
                  <a:srgbClr val="F5F7FA"/>
                </a:solidFill>
                <a:latin typeface="Arial"/>
              </a:rPr>
              <a:t>12 heterogeneous jurors across 5 model families; fully event-sourced, replayable pipeline.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E8B04B"/>
                </a:solidFill>
                <a:latin typeface="Arial"/>
              </a:rPr>
              <a:t>—  </a:t>
            </a:r>
            <a:r>
              <a:rPr sz="1800">
                <a:solidFill>
                  <a:srgbClr val="F5F7FA"/>
                </a:solidFill>
                <a:latin typeface="Arial"/>
              </a:rPr>
              <a:t>Microsoft-native: Agent Framework · Azure OpenAI + Foundry catalog · Cosmos · Content Safety.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480560"/>
            <a:ext cx="3520440" cy="1600200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53D78B"/>
                </a:solidFill>
                <a:latin typeface="Arial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44068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verdict accuracy
on the labeled benchmark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4480560"/>
            <a:ext cx="3520440" cy="1600200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461772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53D78B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544068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of cases preserved
a Minority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4480560"/>
            <a:ext cx="3520440" cy="1600200"/>
          </a:xfrm>
          <a:prstGeom prst="rect">
            <a:avLst/>
          </a:prstGeom>
          <a:solidFill>
            <a:srgbClr val="15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461772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E8B04B"/>
                </a:solidFill>
                <a:latin typeface="Arial"/>
              </a:rPr>
              <a:t>&gt;0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544068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5F7FA"/>
                </a:solidFill>
                <a:latin typeface="Arial"/>
              </a:rPr>
              <a:t>accuracy lift over a
single-model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VERDICT  ·  12 Angry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5F7FA"/>
                </a:solidFill>
                <a:latin typeface="Arial"/>
              </a:rPr>
              <a:t>A trust layer for every decision that hinges on a claim.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91440" cy="603504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B04B"/>
                </a:solidFill>
                <a:latin typeface="Arial"/>
              </a:rPr>
              <a:t>News &amp; media literacy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75688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5F7FA"/>
                </a:solidFill>
                <a:latin typeface="Arial"/>
              </a:rPr>
              <a:t>Newsrooms, platforms, and readers verifying claims at the speed of the feed.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16352"/>
            <a:ext cx="91440" cy="603504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B04B"/>
                </a:solidFill>
                <a:latin typeface="Arial"/>
              </a:rPr>
              <a:t>Enterprise risk &amp; diligence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88920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5F7FA"/>
                </a:solidFill>
                <a:latin typeface="Arial"/>
              </a:rPr>
              <a:t>Compliance, research, and investment teams stress-testing assertions.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9584"/>
            <a:ext cx="91440" cy="603504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02152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B04B"/>
                </a:solidFill>
                <a:latin typeface="Arial"/>
              </a:rPr>
              <a:t>Trust &amp;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502152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5F7FA"/>
                </a:solidFill>
                <a:latin typeface="Arial"/>
              </a:rPr>
              <a:t>Moderation that explains, cites, and preserves dissent — not a black-box flag.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42816"/>
            <a:ext cx="91440" cy="603504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15384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B04B"/>
                </a:solidFill>
                <a:latin typeface="Arial"/>
              </a:rPr>
              <a:t>AI evaluation &amp;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215384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5F7FA"/>
                </a:solidFill>
                <a:latin typeface="Arial"/>
              </a:rPr>
              <a:t>A calibrated, auditable second opinion on any model’s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56048"/>
            <a:ext cx="91440" cy="603504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28616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B04B"/>
                </a:solidFill>
                <a:latin typeface="Arial"/>
              </a:rPr>
              <a:t>Government &amp;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928616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5F7FA"/>
                </a:solidFill>
                <a:latin typeface="Arial"/>
              </a:rPr>
              <a:t>Evidence-grounded deliberation on contested public claims.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7A0B4"/>
                </a:solidFill>
                <a:latin typeface="Arial"/>
              </a:rPr>
              <a:t>Wedge: an explainable, cited “verdict” API → expand to a full deliberation platform.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VERDICT  ·  12 Angry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BUSINESS MODEL ·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5F7FA"/>
                </a:solidFill>
                <a:latin typeface="Arial"/>
              </a:rPr>
              <a:t>Usage-based API + enterprise SaaS.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E8B04B"/>
                </a:solidFill>
                <a:latin typeface="Arial"/>
              </a:rPr>
              <a:t>—  </a:t>
            </a:r>
            <a:r>
              <a:rPr sz="1800">
                <a:solidFill>
                  <a:srgbClr val="F5F7FA"/>
                </a:solidFill>
                <a:latin typeface="Arial"/>
              </a:rPr>
              <a:t>Pay-per-deliberation API for developers; enterprise seats + private deployment for regulated buyers.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E8B04B"/>
                </a:solidFill>
                <a:latin typeface="Arial"/>
              </a:rPr>
              <a:t>—  </a:t>
            </a:r>
            <a:r>
              <a:rPr sz="1800">
                <a:solidFill>
                  <a:srgbClr val="F5F7FA"/>
                </a:solidFill>
                <a:latin typeface="Arial"/>
              </a:rPr>
              <a:t>Land with design partners in media and enterprise risk; expand by case volume and integrations.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E8B04B"/>
                </a:solidFill>
                <a:latin typeface="Arial"/>
              </a:rPr>
              <a:t>—  </a:t>
            </a:r>
            <a:r>
              <a:rPr sz="1600">
                <a:solidFill>
                  <a:srgbClr val="F5F7FA"/>
                </a:solidFill>
                <a:latin typeface="Arial"/>
              </a:rPr>
              <a:t>Cheap, genuinely diverse models (Foundry catalog) make a real heterogeneous panel affordable.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E8B04B"/>
                </a:solidFill>
                <a:latin typeface="Arial"/>
              </a:rPr>
              <a:t>—  </a:t>
            </a:r>
            <a:r>
              <a:rPr sz="1600">
                <a:solidFill>
                  <a:srgbClr val="F5F7FA"/>
                </a:solidFill>
                <a:latin typeface="Arial"/>
              </a:rPr>
              <a:t>Agent frameworks (Microsoft Agent Framework) matured production-ready in 2025–26.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E8B04B"/>
                </a:solidFill>
                <a:latin typeface="Arial"/>
              </a:rPr>
              <a:t>—  </a:t>
            </a:r>
            <a:r>
              <a:rPr sz="1600">
                <a:solidFill>
                  <a:srgbClr val="F5F7FA"/>
                </a:solidFill>
                <a:latin typeface="Arial"/>
              </a:rPr>
              <a:t>Misinformation is a declared global crisis; demand for AI trust, evals, and governance is surging.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VERDICT  ·  12 Angry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trust layer for AI-mediated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97A0B4"/>
                </a:solidFill>
                <a:latin typeface="Arial"/>
              </a:rPr>
              <a:t>Verdict turns any contested claim into a calibrated, cited, dissent-preserving verdict — and shows its work. We’ve built it and shipped it live. Now we scale the evidence, the evaluation, and the partners.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WHAT WE’RE RAISING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E8B04B"/>
                </a:solidFill>
                <a:latin typeface="Arial"/>
              </a:rPr>
              <a:t>—  </a:t>
            </a:r>
            <a:r>
              <a:rPr sz="1700">
                <a:solidFill>
                  <a:srgbClr val="F5F7FA"/>
                </a:solidFill>
                <a:latin typeface="Arial"/>
              </a:rPr>
              <a:t>Real-time evidence grounding (web + retrieval) and a public eval leaderboard.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E8B04B"/>
                </a:solidFill>
                <a:latin typeface="Arial"/>
              </a:rPr>
              <a:t>—  </a:t>
            </a:r>
            <a:r>
              <a:rPr sz="1700">
                <a:solidFill>
                  <a:srgbClr val="F5F7FA"/>
                </a:solidFill>
                <a:latin typeface="Arial"/>
              </a:rPr>
              <a:t>Three lighthouse design partners across media and enterprise risk.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E8B04B"/>
                </a:solidFill>
                <a:latin typeface="Arial"/>
              </a:rPr>
              <a:t>—  </a:t>
            </a:r>
            <a:r>
              <a:rPr sz="1700">
                <a:solidFill>
                  <a:srgbClr val="F5F7FA"/>
                </a:solidFill>
                <a:latin typeface="Arial"/>
              </a:rPr>
              <a:t>Hardening for scale, security, and regulated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VERDICT  ·  12 Angry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" cy="384048"/>
          </a:xfrm>
          <a:prstGeom prst="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B04B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A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97A0B4"/>
                </a:solidFill>
                <a:latin typeface="Arial"/>
              </a:rPr>
              <a:t>•  </a:t>
            </a:r>
            <a:r>
              <a:rPr sz="1400">
                <a:solidFill>
                  <a:srgbClr val="F5F7FA"/>
                </a:solidFill>
                <a:latin typeface="Arial"/>
              </a:rPr>
              <a:t>World Economic Forum — Global Risks Report 2024 (mis/disinformation = top short-term risk).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97A0B4"/>
                </a:solidFill>
                <a:latin typeface="Arial"/>
              </a:rPr>
              <a:t>•  </a:t>
            </a:r>
            <a:r>
              <a:rPr sz="1400">
                <a:solidFill>
                  <a:srgbClr val="F5F7FA"/>
                </a:solidFill>
                <a:latin typeface="Arial"/>
              </a:rPr>
              <a:t>Reuters Institute for the Study of Journalism — Digital News Report 2024 (trust in news).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97A0B4"/>
                </a:solidFill>
                <a:latin typeface="Arial"/>
              </a:rPr>
              <a:t>•  </a:t>
            </a:r>
            <a:r>
              <a:rPr sz="1400">
                <a:solidFill>
                  <a:srgbClr val="F5F7FA"/>
                </a:solidFill>
                <a:latin typeface="Arial"/>
              </a:rPr>
              <a:t>Vosoughi, Roy &amp; Aral (2018), “The spread of true and false news online,” Science 359(6380).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97A0B4"/>
                </a:solidFill>
                <a:latin typeface="Arial"/>
              </a:rPr>
              <a:t>•  </a:t>
            </a:r>
            <a:r>
              <a:rPr sz="1400">
                <a:solidFill>
                  <a:srgbClr val="F5F7FA"/>
                </a:solidFill>
                <a:latin typeface="Arial"/>
              </a:rPr>
              <a:t>Du, Li, Torralba, Tenenbaum &amp; Mordatch (2023), “Improving Factuality and Reasoning … through Multiagent Debate,” arXiv:2305.14325.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97A0B4"/>
                </a:solidFill>
                <a:latin typeface="Arial"/>
              </a:rPr>
              <a:t>•  </a:t>
            </a:r>
            <a:r>
              <a:rPr sz="1400">
                <a:solidFill>
                  <a:srgbClr val="F5F7FA"/>
                </a:solidFill>
                <a:latin typeface="Arial"/>
              </a:rPr>
              <a:t>Wang et al. (2024), “Mixture-of-Agents Enhances LLM Capabilities,” arXiv:2406.04692.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97A0B4"/>
                </a:solidFill>
                <a:latin typeface="Arial"/>
              </a:rPr>
              <a:t>•  </a:t>
            </a:r>
            <a:r>
              <a:rPr sz="1400">
                <a:solidFill>
                  <a:srgbClr val="F5F7FA"/>
                </a:solidFill>
                <a:latin typeface="Arial"/>
              </a:rPr>
              <a:t>Chen, Saha &amp; Bansal (2023), “ReConcile: Round-Table Conference …,” arXiv:2309.13007.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97A0B4"/>
                </a:solidFill>
                <a:latin typeface="Arial"/>
              </a:rPr>
              <a:t>•  </a:t>
            </a:r>
            <a:r>
              <a:rPr sz="1400">
                <a:solidFill>
                  <a:srgbClr val="F5F7FA"/>
                </a:solidFill>
                <a:latin typeface="Arial"/>
              </a:rPr>
              <a:t>Sharma et al. / Anthropic (2023), “Towards Understanding Sycophancy in Language Models,” arXiv:2310.13548.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97A0B4"/>
                </a:solidFill>
                <a:latin typeface="Arial"/>
              </a:rPr>
              <a:t>•  </a:t>
            </a:r>
            <a:r>
              <a:rPr sz="1400">
                <a:solidFill>
                  <a:srgbClr val="F5F7FA"/>
                </a:solidFill>
                <a:latin typeface="Arial"/>
              </a:rPr>
              <a:t>Asch, S. E. (1951), studies of independence and conformity.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7A0B4"/>
                </a:solidFill>
                <a:latin typeface="Arial"/>
              </a:rPr>
              <a:t>Benchmark figures are from Verdict’s own evaluation harness on a labeled case set; verify external figures against the cited primary sources before publishing.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VERDICT  ·  12 Angry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7A0B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